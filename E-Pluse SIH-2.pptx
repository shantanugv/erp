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91" r:id="rId3"/>
    <p:sldId id="281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e4235d27f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7e4235d27f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prints.org/manuscript/202504.0598/v1" TargetMode="Externa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.png" /><Relationship Id="rId5" Type="http://schemas.openxmlformats.org/officeDocument/2006/relationships/hyperlink" Target="https://unesdoc.unesco.org/ark:/48223/pf0000385077" TargetMode="External" /><Relationship Id="rId4" Type="http://schemas.openxmlformats.org/officeDocument/2006/relationships/hyperlink" Target="https://www.mdpi.com/2227-7102/15/3/352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7e4235d27f_1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830" y="0"/>
            <a:ext cx="12192003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64" name="Google Shape;164;g37e4235d27f_1_83"/>
          <p:cNvSpPr txBox="1">
            <a:spLocks noGrp="1"/>
          </p:cNvSpPr>
          <p:nvPr>
            <p:ph type="ctrTitle"/>
          </p:nvPr>
        </p:nvSpPr>
        <p:spPr>
          <a:xfrm>
            <a:off x="3166564" y="1104900"/>
            <a:ext cx="6225000" cy="78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</a:rPr>
              <a:t>Guru Gobind Singh College of Engineering &amp; Research Centre Nashik, Maharashtra, India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165" name="Google Shape;165;g37e4235d27f_1_83"/>
          <p:cNvSpPr txBox="1">
            <a:spLocks noGrp="1"/>
          </p:cNvSpPr>
          <p:nvPr>
            <p:ph type="subTitle" idx="1"/>
          </p:nvPr>
        </p:nvSpPr>
        <p:spPr>
          <a:xfrm>
            <a:off x="1828800" y="4130677"/>
            <a:ext cx="85344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/>
              <a:t>E-</a:t>
            </a:r>
            <a:r>
              <a:rPr lang="en-US" dirty="0" err="1"/>
              <a:t>Pluse</a:t>
            </a:r>
            <a:endParaRPr dirty="0"/>
          </a:p>
        </p:txBody>
      </p:sp>
      <p:pic>
        <p:nvPicPr>
          <p:cNvPr id="166" name="Google Shape;166;g37e4235d27f_1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6769" y="1226231"/>
            <a:ext cx="2385231" cy="167821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7e4235d27f_1_83"/>
          <p:cNvSpPr/>
          <p:nvPr/>
        </p:nvSpPr>
        <p:spPr>
          <a:xfrm>
            <a:off x="4411351" y="2916467"/>
            <a:ext cx="3735600" cy="461700"/>
          </a:xfrm>
          <a:prstGeom prst="rect">
            <a:avLst/>
          </a:prstGeom>
          <a:solidFill>
            <a:srgbClr val="01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12.09.2025 FRIDAY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7e4235d27f_1_83"/>
          <p:cNvSpPr/>
          <p:nvPr/>
        </p:nvSpPr>
        <p:spPr>
          <a:xfrm>
            <a:off x="2160932" y="4859400"/>
            <a:ext cx="8754900" cy="1090906"/>
          </a:xfrm>
          <a:prstGeom prst="roundRect">
            <a:avLst>
              <a:gd name="adj" fmla="val 16667"/>
            </a:avLst>
          </a:prstGeom>
          <a:solidFill>
            <a:srgbClr val="F2F2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g37e4235d27f_1_83"/>
          <p:cNvSpPr txBox="1">
            <a:spLocks noGrp="1"/>
          </p:cNvSpPr>
          <p:nvPr>
            <p:ph type="subTitle" idx="1"/>
          </p:nvPr>
        </p:nvSpPr>
        <p:spPr>
          <a:xfrm>
            <a:off x="1951625" y="4874225"/>
            <a:ext cx="8534400" cy="12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35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Automated Attendance System for Rural Schools</a:t>
            </a:r>
            <a:endParaRPr sz="3500" b="1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637857" y="326759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ERP System for Rural Schools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722084"/>
            <a:ext cx="12192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SIH25012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Automated Attendance System for Rural Schools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E-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Pluse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ERP for Rural Schools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483011"/>
            <a:ext cx="7024256" cy="398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Solution:-</a:t>
            </a:r>
            <a:endParaRPr lang="en-US" sz="23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Arial" pitchFamily="34" charset="0"/>
                <a:cs typeface="Arial" pitchFamily="34" charset="0"/>
              </a:rPr>
              <a:t>Centralized ERP platform tailored for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rural schools.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Arial" pitchFamily="34" charset="0"/>
                <a:cs typeface="Arial" pitchFamily="34" charset="0"/>
              </a:rPr>
              <a:t>Works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offline-first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with data sync when internet is available.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Arial" pitchFamily="34" charset="0"/>
                <a:cs typeface="Arial" pitchFamily="34" charset="0"/>
              </a:rPr>
              <a:t>Smart attendance through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Face Recognition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RFID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Cards or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QR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Arial" pitchFamily="34" charset="0"/>
                <a:cs typeface="Arial" pitchFamily="34" charset="0"/>
              </a:rPr>
              <a:t>Unified dashboard for teachers, students, admins, and parents.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>
                <a:latin typeface="Arial" pitchFamily="34" charset="0"/>
                <a:cs typeface="Arial" pitchFamily="34" charset="0"/>
              </a:rPr>
              <a:t>Integrated modules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for attendance, academics, scholarships, and mid-day meals.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7316062" y="1483006"/>
            <a:ext cx="4552088" cy="413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Uniqueness &amp; Innovation:-</a:t>
            </a:r>
            <a:endParaRPr lang="en-US" sz="23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Offline + Cloud Hybrid</a:t>
            </a:r>
            <a:r>
              <a:rPr lang="en-US" sz="2400" dirty="0"/>
              <a:t> → Works seamlessly without stable internet.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AI-Powered Analytics</a:t>
            </a:r>
            <a:r>
              <a:rPr lang="en-US" sz="2400" dirty="0"/>
              <a:t> → Face recognition, predict dropouts, absenteeism trends.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Low-cost hardware integration</a:t>
            </a:r>
            <a:r>
              <a:rPr lang="en-US" sz="2400" dirty="0"/>
              <a:t> → QR/RFID/</a:t>
            </a:r>
            <a:r>
              <a:rPr lang="en-US" sz="2400"/>
              <a:t>face recognition.</a:t>
            </a: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Scalable solution</a:t>
            </a:r>
            <a:r>
              <a:rPr lang="en-US" sz="2400" dirty="0"/>
              <a:t> → Deployable across multiple schools.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181850" y="1333500"/>
            <a:ext cx="0" cy="4658433"/>
          </a:xfrm>
          <a:prstGeom prst="line">
            <a:avLst/>
          </a:prstGeom>
          <a:ln cap="rnd" cmpd="sng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448371"/>
            <a:ext cx="5766226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Technologies::-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Frontend:</a:t>
            </a:r>
            <a:r>
              <a:rPr lang="en-US" sz="2800" dirty="0"/>
              <a:t> </a:t>
            </a:r>
            <a:r>
              <a:rPr lang="en-US" sz="2800" dirty="0" err="1"/>
              <a:t>ReactJS</a:t>
            </a:r>
            <a:r>
              <a:rPr lang="en-US" sz="2800" dirty="0"/>
              <a:t> / Flutter (Mobile App)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Backend:</a:t>
            </a:r>
            <a:r>
              <a:rPr lang="en-US" sz="2800" dirty="0"/>
              <a:t> Python (Flask/Django)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Database:</a:t>
            </a:r>
            <a:r>
              <a:rPr lang="en-US" sz="2800" dirty="0"/>
              <a:t> SQLite (Offline), PostgreSQL/MySQL (Cloud)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AI:</a:t>
            </a:r>
            <a:r>
              <a:rPr lang="en-US" sz="2800" dirty="0"/>
              <a:t> </a:t>
            </a:r>
            <a:r>
              <a:rPr lang="en-US" sz="2800" dirty="0" err="1"/>
              <a:t>OpenCV</a:t>
            </a:r>
            <a:r>
              <a:rPr lang="en-US" sz="2800" dirty="0"/>
              <a:t> for face recognition, </a:t>
            </a:r>
            <a:r>
              <a:rPr lang="en-US" sz="2800" dirty="0" err="1"/>
              <a:t>TensorFlow</a:t>
            </a:r>
            <a:r>
              <a:rPr lang="en-US" sz="2800" dirty="0"/>
              <a:t> Lite for edge AI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Hardware:</a:t>
            </a:r>
            <a:r>
              <a:rPr lang="en-US" sz="2800" dirty="0"/>
              <a:t> RFID readers, QR scanners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Admin\Downloads\Gemini_Generated_Image_ycvvmnycvvmnycvv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520" y="933538"/>
            <a:ext cx="5353102" cy="535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6724650" y="1333500"/>
            <a:ext cx="0" cy="4658433"/>
          </a:xfrm>
          <a:prstGeom prst="line">
            <a:avLst/>
          </a:prstGeom>
          <a:ln cap="rnd" cmpd="sng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8" y="1713365"/>
            <a:ext cx="5486399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Feasibility:-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Low-cost implementation using  open-source software.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Scalable architecture for multiple schools.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Minimal training required for teachers.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6457948" y="1713365"/>
            <a:ext cx="5486399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Challenges:-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Initial resistance to adopting new tech.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Strategies to Overcome:-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Simple UI in </a:t>
            </a:r>
            <a:r>
              <a:rPr lang="en-US" sz="2800" b="1" dirty="0"/>
              <a:t>local languages</a:t>
            </a:r>
            <a:r>
              <a:rPr lang="en-US" sz="2800" dirty="0"/>
              <a:t> for ease of use.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286500" y="1257300"/>
            <a:ext cx="0" cy="4658433"/>
          </a:xfrm>
          <a:prstGeom prst="line">
            <a:avLst/>
          </a:prstGeom>
          <a:ln cap="rnd" cmpd="sng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47650" y="1695453"/>
            <a:ext cx="57912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on Rural Schools :-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Accurate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tamper-proof attendance tracking.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Transparent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reporting for government schemes (mid-day meals, scholarships).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Data-driven decisions for resource allocation.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6267450" y="1695453"/>
            <a:ext cx="57912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Benefits:-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l: Increased student retention and engagement.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Reduced administrative costs and manual work.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Environmental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Digital records reduce paper usage.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6153150" y="1219200"/>
            <a:ext cx="0" cy="4658433"/>
          </a:xfrm>
          <a:prstGeom prst="line">
            <a:avLst/>
          </a:prstGeom>
          <a:ln cap="rnd" cmpd="sng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1000" y="1557013"/>
            <a:ext cx="11440886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Research Sources:-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Leveraging Artificial Intelligence for Rural Education </a:t>
            </a:r>
            <a:r>
              <a:rPr lang="en-US" sz="2800" dirty="0"/>
              <a:t>→ </a:t>
            </a:r>
            <a:r>
              <a:rPr lang="en-US" sz="2800" dirty="0">
                <a:hlinkClick r:id="rId3"/>
              </a:rPr>
              <a:t>https://www.preprints.org/manuscript/202504.0598/v1</a:t>
            </a:r>
            <a:endParaRPr lang="en-US" sz="2800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 and Data Literacy in Rural Schools’ Teaching Practices </a:t>
            </a:r>
            <a:r>
              <a:rPr lang="en-US" sz="2800" dirty="0"/>
              <a:t>→ </a:t>
            </a:r>
            <a:r>
              <a:rPr lang="en-US" sz="2800" dirty="0">
                <a:hlinkClick r:id="rId4"/>
              </a:rPr>
              <a:t>https://www.mdpi.com/2227-7102/15/3/352</a:t>
            </a:r>
            <a:endParaRPr lang="en-US" sz="2800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800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Offline-first Architecture for Education Systems in Low-connectivity Areas </a:t>
            </a:r>
            <a:r>
              <a:rPr lang="en-US" sz="2800" dirty="0"/>
              <a:t>→ </a:t>
            </a:r>
            <a:r>
              <a:rPr lang="en-US" sz="2800" dirty="0">
                <a:hlinkClick r:id="rId5"/>
              </a:rPr>
              <a:t>https://unesdoc.unesco.org/ark:/48223/pf0000385077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7590</TotalTime>
  <Words>437</Words>
  <Application>Microsoft Office PowerPoint</Application>
  <PresentationFormat>Widescreen</PresentationFormat>
  <Paragraphs>79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Guru Gobind Singh College of Engineering &amp; Research Centre Nashik, Maharashtra, India</vt:lpstr>
      <vt:lpstr>SMART INDIA HACKATHON 2025</vt:lpstr>
      <vt:lpstr> AI-Powered ERP for Rural Schools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shantanu vispute</cp:lastModifiedBy>
  <cp:revision>161</cp:revision>
  <dcterms:created xsi:type="dcterms:W3CDTF">2013-12-12T18:46:50Z</dcterms:created>
  <dcterms:modified xsi:type="dcterms:W3CDTF">2025-09-13T04:42:12Z</dcterms:modified>
</cp:coreProperties>
</file>